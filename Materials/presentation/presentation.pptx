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Layouts/slideLayout.xml" ContentType="application/vnd.openxmlformats-officedocument.presentationml.slideLayout+xml"/>
  <Override PartName="/ppt/slideLayouts/slideMasters/slideMaster.xml" ContentType="application/vnd.openxmlformats-officedocument.presentationml.slideMaster+xml"/>
  <Override PartName="/ppt/slideLayouts/slideMasters/theme/theme.xml" ContentType="application/vnd.openxmlformats-officedocument.theme+xml"/>
  <Override PartName="/ppt/slides/slide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00815e2714da42da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1">
  <p:sldMasterIdLst>
    <p:sldMasterId id="2147483648" r:id="rId1"/>
  </p:sldMasterIdLst>
  <p:sldIdLst>
    <p:sldId id="256" r:id="R10024"/>
    <p:sldId id="257" r:id="R10025"/>
    <p:sldId id="258" r:id="R10026"/>
    <p:sldId id="259" r:id="R10027"/>
    <p:sldId id="260" r:id="R10028"/>
    <p:sldId id="261" r:id="R10029"/>
    <p:sldId id="262" r:id="R10030"/>
    <p:sldId id="263" r:id="R10031"/>
    <p:sldId id="264" r:id="R10032"/>
    <p:sldId id="265" r:id="R10033"/>
  </p:sldIdLst>
  <p:sldSz cx="12192000" cy="6858000" type="custom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Layouts/slideMasters/slideMaster.xml"/><Relationship Id="rId3" Type="http://schemas.openxmlformats.org/officeDocument/2006/relationships/theme" Target="slideLayouts/slideMasters/theme/theme.xml"/><Relationship Id="R10024" Type="http://schemas.openxmlformats.org/officeDocument/2006/relationships/slide" Target="slides/slide.xml"/><Relationship Id="R10025" Type="http://schemas.openxmlformats.org/officeDocument/2006/relationships/slide" Target="slides/slide2.xml"/><Relationship Id="R10026" Type="http://schemas.openxmlformats.org/officeDocument/2006/relationships/slide" Target="slides/slide3.xml"/><Relationship Id="R10027" Type="http://schemas.openxmlformats.org/officeDocument/2006/relationships/slide" Target="slides/slide4.xml"/><Relationship Id="R10028" Type="http://schemas.openxmlformats.org/officeDocument/2006/relationships/slide" Target="slides/slide5.xml"/><Relationship Id="R10029" Type="http://schemas.openxmlformats.org/officeDocument/2006/relationships/slide" Target="slides/slide6.xml"/><Relationship Id="R10030" Type="http://schemas.openxmlformats.org/officeDocument/2006/relationships/slide" Target="slides/slide7.xml"/><Relationship Id="R10031" Type="http://schemas.openxmlformats.org/officeDocument/2006/relationships/slide" Target="slides/slide8.xml"/><Relationship Id="R10032" Type="http://schemas.openxmlformats.org/officeDocument/2006/relationships/slide" Target="slides/slide9.xml"/><Relationship Id="R10033" Type="http://schemas.openxmlformats.org/officeDocument/2006/relationships/slide" Target="slides/slide10.xml"/></Relationships>
</file>

<file path=ppt/slideLayouts/_rels/slideLayout.xml.rels><?xml version="1.0" encoding="UTF-8"?><Relationships xmlns="http://schemas.openxmlformats.org/package/2006/relationships"><Relationship Id="rId1" Type="http://schemas.openxmlformats.org/officeDocument/2006/relationships/slideMaster" Target="slideMasters/slideMaster.xml"/></Relationships>
</file>

<file path=ppt/slideLayouts/slideLayout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Masters/_rels/slideMaster.xml.rels><?xml version="1.0" encoding="UTF-8"?><Relationships xmlns="http://schemas.openxmlformats.org/package/2006/relationships"><Relationship Id="rId1" Type="http://schemas.openxmlformats.org/officeDocument/2006/relationships/slideLayout" Target="../slideLayout.xml"/><Relationship Id="rId3" Type="http://schemas.openxmlformats.org/officeDocument/2006/relationships/theme" Target="theme/theme.xml"/></Relationships>
</file>

<file path=ppt/slideLayouts/slideMasters/slideMaster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/>
    <p:bodyStyle/>
    <p:otherStyle/>
  </p:txStyles>
</p:sldMaster>
</file>

<file path=ppt/slideLayouts/slideMasters/theme/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noFill/>
        <a:pattFill/>
        <a:grpFill/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50000"/>
                <a:satMod val="300000"/>
              </a:schemeClr>
            </a:gs>
            <a:gs pos="0">
              <a:schemeClr val="phClr">
                <a:tint val="50000"/>
                <a:satMod val="30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slides/_rels/slide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100" Type="http://schemas.openxmlformats.org/officeDocument/2006/relationships/image" Target="../media/image100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101" Type="http://schemas.openxmlformats.org/officeDocument/2006/relationships/image" Target="../media/image101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102" Type="http://schemas.openxmlformats.org/officeDocument/2006/relationships/image" Target="../media/image102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103" Type="http://schemas.openxmlformats.org/officeDocument/2006/relationships/image" Target="../media/image103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104" Type="http://schemas.openxmlformats.org/officeDocument/2006/relationships/image" Target="../media/image104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105" Type="http://schemas.openxmlformats.org/officeDocument/2006/relationships/image" Target="../media/image105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106" Type="http://schemas.openxmlformats.org/officeDocument/2006/relationships/image" Target="../media/image106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107" Type="http://schemas.openxmlformats.org/officeDocument/2006/relationships/image" Target="../media/image107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108" Type="http://schemas.openxmlformats.org/officeDocument/2006/relationships/image" Target="../media/image108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.xml"/><Relationship Id="rId109" Type="http://schemas.openxmlformats.org/officeDocument/2006/relationships/image" Target="../media/image109.png"/></Relationships>
</file>

<file path=ppt/slides/slid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100" name="Picture 100"/>
          <p:cNvPicPr>
            <a:picLocks noChangeAspect="0" noChangeArrowheads="1"/>
          </p:cNvPicPr>
          <p:nvPr/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noFill/>
          <a:ex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101" name="Picture 101"/>
          <p:cNvPicPr>
            <a:picLocks noChangeAspect="0" noChangeArrowheads="1"/>
          </p:cNvPicPr>
          <p:nvPr/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noFill/>
          <a:ex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102" name="Picture 102"/>
          <p:cNvPicPr>
            <a:picLocks noChangeAspect="0" noChangeArrowheads="1"/>
          </p:cNvPicPr>
          <p:nvPr/>
        </p:nvPicPr>
        <p:blipFill>
          <a:blip r:embed="rId10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noFill/>
          <a:ex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103" name="Picture 103"/>
          <p:cNvPicPr>
            <a:picLocks noChangeAspect="0" noChangeArrowheads="1"/>
          </p:cNvPicPr>
          <p:nvPr/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noFill/>
          <a:ex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104" name="Picture 104"/>
          <p:cNvPicPr>
            <a:picLocks noChangeAspect="0" noChangeArrowheads="1"/>
          </p:cNvPicPr>
          <p:nvPr/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noFill/>
          <a:ex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105" name="Picture 105"/>
          <p:cNvPicPr>
            <a:picLocks noChangeAspect="0" noChangeArrowheads="1"/>
          </p:cNvPicPr>
          <p:nvPr/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noFill/>
          <a:ex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106" name="Picture 106"/>
          <p:cNvPicPr>
            <a:picLocks noChangeAspect="0" noChangeArrowheads="1"/>
          </p:cNvPicPr>
          <p:nvPr/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noFill/>
          <a:ex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107" name="Picture 107"/>
          <p:cNvPicPr>
            <a:picLocks noChangeAspect="0" noChangeArrowheads="1"/>
          </p:cNvPicPr>
          <p:nvPr/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noFill/>
          <a:ex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108" name="Picture 108"/>
          <p:cNvPicPr>
            <a:picLocks noChangeAspect="0" noChangeArrowheads="1"/>
          </p:cNvPicPr>
          <p:nvPr/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noFill/>
          <a:ex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/>
      </p:grpSpPr>
      <p:pic>
        <p:nvPicPr>
          <p:cNvPr id="109" name="Picture 109"/>
          <p:cNvPicPr>
            <a:picLocks noChangeAspect="0" noChangeArrowheads="1"/>
          </p:cNvPicPr>
          <p:nvPr/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noFill/>
          <a:extLst/>
        </p:spPr>
      </p:pic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Custom</PresentationFormat>
  <Slides>10</Slides>
  <Notes>0</Notes>
  <HiddenSlides>0</HiddenSlides>
  <ScaleCrop>false</ScaleCrop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</cp:coreProperties>
</file>